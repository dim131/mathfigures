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1160125" cy="122396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EB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>
        <p:scale>
          <a:sx n="75" d="100"/>
          <a:sy n="75" d="100"/>
        </p:scale>
        <p:origin x="1162" y="-2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010" y="2003106"/>
            <a:ext cx="9486106" cy="4261203"/>
          </a:xfrm>
        </p:spPr>
        <p:txBody>
          <a:bodyPr anchor="b"/>
          <a:lstStyle>
            <a:lvl1pPr algn="ctr">
              <a:defRPr sz="73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95016" y="6428637"/>
            <a:ext cx="8370094" cy="2955075"/>
          </a:xfrm>
        </p:spPr>
        <p:txBody>
          <a:bodyPr/>
          <a:lstStyle>
            <a:lvl1pPr marL="0" indent="0" algn="ctr">
              <a:buNone/>
              <a:defRPr sz="2929"/>
            </a:lvl1pPr>
            <a:lvl2pPr marL="558013" indent="0" algn="ctr">
              <a:buNone/>
              <a:defRPr sz="2441"/>
            </a:lvl2pPr>
            <a:lvl3pPr marL="1116025" indent="0" algn="ctr">
              <a:buNone/>
              <a:defRPr sz="2197"/>
            </a:lvl3pPr>
            <a:lvl4pPr marL="1674038" indent="0" algn="ctr">
              <a:buNone/>
              <a:defRPr sz="1953"/>
            </a:lvl4pPr>
            <a:lvl5pPr marL="2232050" indent="0" algn="ctr">
              <a:buNone/>
              <a:defRPr sz="1953"/>
            </a:lvl5pPr>
            <a:lvl6pPr marL="2790063" indent="0" algn="ctr">
              <a:buNone/>
              <a:defRPr sz="1953"/>
            </a:lvl6pPr>
            <a:lvl7pPr marL="3348076" indent="0" algn="ctr">
              <a:buNone/>
              <a:defRPr sz="1953"/>
            </a:lvl7pPr>
            <a:lvl8pPr marL="3906088" indent="0" algn="ctr">
              <a:buNone/>
              <a:defRPr sz="1953"/>
            </a:lvl8pPr>
            <a:lvl9pPr marL="4464101" indent="0" algn="ctr">
              <a:buNone/>
              <a:defRPr sz="19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110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5893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1447" y="3051410"/>
            <a:ext cx="9625608" cy="5091343"/>
          </a:xfrm>
        </p:spPr>
        <p:txBody>
          <a:bodyPr anchor="b"/>
          <a:lstStyle>
            <a:lvl1pPr>
              <a:defRPr sz="732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1447" y="8190919"/>
            <a:ext cx="9625608" cy="2677417"/>
          </a:xfrm>
        </p:spPr>
        <p:txBody>
          <a:bodyPr/>
          <a:lstStyle>
            <a:lvl1pPr marL="0" indent="0">
              <a:buNone/>
              <a:defRPr sz="2929">
                <a:solidFill>
                  <a:schemeClr val="tx1">
                    <a:tint val="82000"/>
                  </a:schemeClr>
                </a:solidFill>
              </a:defRPr>
            </a:lvl1pPr>
            <a:lvl2pPr marL="558013" indent="0">
              <a:buNone/>
              <a:defRPr sz="2441">
                <a:solidFill>
                  <a:schemeClr val="tx1">
                    <a:tint val="82000"/>
                  </a:schemeClr>
                </a:solidFill>
              </a:defRPr>
            </a:lvl2pPr>
            <a:lvl3pPr marL="1116025" indent="0">
              <a:buNone/>
              <a:defRPr sz="2197">
                <a:solidFill>
                  <a:schemeClr val="tx1">
                    <a:tint val="82000"/>
                  </a:schemeClr>
                </a:solidFill>
              </a:defRPr>
            </a:lvl3pPr>
            <a:lvl4pPr marL="1674038" indent="0">
              <a:buNone/>
              <a:defRPr sz="1953">
                <a:solidFill>
                  <a:schemeClr val="tx1">
                    <a:tint val="82000"/>
                  </a:schemeClr>
                </a:solidFill>
              </a:defRPr>
            </a:lvl4pPr>
            <a:lvl5pPr marL="2232050" indent="0">
              <a:buNone/>
              <a:defRPr sz="1953">
                <a:solidFill>
                  <a:schemeClr val="tx1">
                    <a:tint val="82000"/>
                  </a:schemeClr>
                </a:solidFill>
              </a:defRPr>
            </a:lvl5pPr>
            <a:lvl6pPr marL="2790063" indent="0">
              <a:buNone/>
              <a:defRPr sz="1953">
                <a:solidFill>
                  <a:schemeClr val="tx1">
                    <a:tint val="82000"/>
                  </a:schemeClr>
                </a:solidFill>
              </a:defRPr>
            </a:lvl6pPr>
            <a:lvl7pPr marL="3348076" indent="0">
              <a:buNone/>
              <a:defRPr sz="1953">
                <a:solidFill>
                  <a:schemeClr val="tx1">
                    <a:tint val="82000"/>
                  </a:schemeClr>
                </a:solidFill>
              </a:defRPr>
            </a:lvl7pPr>
            <a:lvl8pPr marL="3906088" indent="0">
              <a:buNone/>
              <a:defRPr sz="1953">
                <a:solidFill>
                  <a:schemeClr val="tx1">
                    <a:tint val="82000"/>
                  </a:schemeClr>
                </a:solidFill>
              </a:defRPr>
            </a:lvl8pPr>
            <a:lvl9pPr marL="4464101" indent="0">
              <a:buNone/>
              <a:defRPr sz="195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7184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7259" y="3258233"/>
            <a:ext cx="4743053" cy="77659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9813" y="3258233"/>
            <a:ext cx="4743053" cy="776593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0785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651649"/>
            <a:ext cx="9625608" cy="236576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8714" y="3000409"/>
            <a:ext cx="4721255" cy="1470454"/>
          </a:xfrm>
        </p:spPr>
        <p:txBody>
          <a:bodyPr anchor="b"/>
          <a:lstStyle>
            <a:lvl1pPr marL="0" indent="0">
              <a:buNone/>
              <a:defRPr sz="2929" b="1"/>
            </a:lvl1pPr>
            <a:lvl2pPr marL="558013" indent="0">
              <a:buNone/>
              <a:defRPr sz="2441" b="1"/>
            </a:lvl2pPr>
            <a:lvl3pPr marL="1116025" indent="0">
              <a:buNone/>
              <a:defRPr sz="2197" b="1"/>
            </a:lvl3pPr>
            <a:lvl4pPr marL="1674038" indent="0">
              <a:buNone/>
              <a:defRPr sz="1953" b="1"/>
            </a:lvl4pPr>
            <a:lvl5pPr marL="2232050" indent="0">
              <a:buNone/>
              <a:defRPr sz="1953" b="1"/>
            </a:lvl5pPr>
            <a:lvl6pPr marL="2790063" indent="0">
              <a:buNone/>
              <a:defRPr sz="1953" b="1"/>
            </a:lvl6pPr>
            <a:lvl7pPr marL="3348076" indent="0">
              <a:buNone/>
              <a:defRPr sz="1953" b="1"/>
            </a:lvl7pPr>
            <a:lvl8pPr marL="3906088" indent="0">
              <a:buNone/>
              <a:defRPr sz="1953" b="1"/>
            </a:lvl8pPr>
            <a:lvl9pPr marL="4464101" indent="0">
              <a:buNone/>
              <a:defRPr sz="19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68714" y="4470863"/>
            <a:ext cx="4721255" cy="65759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49814" y="3000409"/>
            <a:ext cx="4744507" cy="1470454"/>
          </a:xfrm>
        </p:spPr>
        <p:txBody>
          <a:bodyPr anchor="b"/>
          <a:lstStyle>
            <a:lvl1pPr marL="0" indent="0">
              <a:buNone/>
              <a:defRPr sz="2929" b="1"/>
            </a:lvl1pPr>
            <a:lvl2pPr marL="558013" indent="0">
              <a:buNone/>
              <a:defRPr sz="2441" b="1"/>
            </a:lvl2pPr>
            <a:lvl3pPr marL="1116025" indent="0">
              <a:buNone/>
              <a:defRPr sz="2197" b="1"/>
            </a:lvl3pPr>
            <a:lvl4pPr marL="1674038" indent="0">
              <a:buNone/>
              <a:defRPr sz="1953" b="1"/>
            </a:lvl4pPr>
            <a:lvl5pPr marL="2232050" indent="0">
              <a:buNone/>
              <a:defRPr sz="1953" b="1"/>
            </a:lvl5pPr>
            <a:lvl6pPr marL="2790063" indent="0">
              <a:buNone/>
              <a:defRPr sz="1953" b="1"/>
            </a:lvl6pPr>
            <a:lvl7pPr marL="3348076" indent="0">
              <a:buNone/>
              <a:defRPr sz="1953" b="1"/>
            </a:lvl7pPr>
            <a:lvl8pPr marL="3906088" indent="0">
              <a:buNone/>
              <a:defRPr sz="1953" b="1"/>
            </a:lvl8pPr>
            <a:lvl9pPr marL="4464101" indent="0">
              <a:buNone/>
              <a:defRPr sz="195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49814" y="4470863"/>
            <a:ext cx="4744507" cy="65759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38356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827922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309483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815975"/>
            <a:ext cx="3599431" cy="2855913"/>
          </a:xfrm>
        </p:spPr>
        <p:txBody>
          <a:bodyPr anchor="b"/>
          <a:lstStyle>
            <a:lvl1pPr>
              <a:defRPr sz="3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4507" y="1762282"/>
            <a:ext cx="5649813" cy="8698067"/>
          </a:xfrm>
        </p:spPr>
        <p:txBody>
          <a:bodyPr/>
          <a:lstStyle>
            <a:lvl1pPr>
              <a:defRPr sz="3906"/>
            </a:lvl1pPr>
            <a:lvl2pPr>
              <a:defRPr sz="3417"/>
            </a:lvl2pPr>
            <a:lvl3pPr>
              <a:defRPr sz="2929"/>
            </a:lvl3pPr>
            <a:lvl4pPr>
              <a:defRPr sz="2441"/>
            </a:lvl4pPr>
            <a:lvl5pPr>
              <a:defRPr sz="2441"/>
            </a:lvl5pPr>
            <a:lvl6pPr>
              <a:defRPr sz="2441"/>
            </a:lvl6pPr>
            <a:lvl7pPr>
              <a:defRPr sz="2441"/>
            </a:lvl7pPr>
            <a:lvl8pPr>
              <a:defRPr sz="2441"/>
            </a:lvl8pPr>
            <a:lvl9pPr>
              <a:defRPr sz="244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2" y="3671887"/>
            <a:ext cx="3599431" cy="6802626"/>
          </a:xfrm>
        </p:spPr>
        <p:txBody>
          <a:bodyPr/>
          <a:lstStyle>
            <a:lvl1pPr marL="0" indent="0">
              <a:buNone/>
              <a:defRPr sz="1953"/>
            </a:lvl1pPr>
            <a:lvl2pPr marL="558013" indent="0">
              <a:buNone/>
              <a:defRPr sz="1709"/>
            </a:lvl2pPr>
            <a:lvl3pPr marL="1116025" indent="0">
              <a:buNone/>
              <a:defRPr sz="1465"/>
            </a:lvl3pPr>
            <a:lvl4pPr marL="1674038" indent="0">
              <a:buNone/>
              <a:defRPr sz="1221"/>
            </a:lvl4pPr>
            <a:lvl5pPr marL="2232050" indent="0">
              <a:buNone/>
              <a:defRPr sz="1221"/>
            </a:lvl5pPr>
            <a:lvl6pPr marL="2790063" indent="0">
              <a:buNone/>
              <a:defRPr sz="1221"/>
            </a:lvl6pPr>
            <a:lvl7pPr marL="3348076" indent="0">
              <a:buNone/>
              <a:defRPr sz="1221"/>
            </a:lvl7pPr>
            <a:lvl8pPr marL="3906088" indent="0">
              <a:buNone/>
              <a:defRPr sz="1221"/>
            </a:lvl8pPr>
            <a:lvl9pPr marL="4464101" indent="0">
              <a:buNone/>
              <a:defRPr sz="12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4530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712" y="815975"/>
            <a:ext cx="3599431" cy="2855913"/>
          </a:xfrm>
        </p:spPr>
        <p:txBody>
          <a:bodyPr anchor="b"/>
          <a:lstStyle>
            <a:lvl1pPr>
              <a:defRPr sz="3906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44507" y="1762282"/>
            <a:ext cx="5649813" cy="8698067"/>
          </a:xfrm>
        </p:spPr>
        <p:txBody>
          <a:bodyPr anchor="t"/>
          <a:lstStyle>
            <a:lvl1pPr marL="0" indent="0">
              <a:buNone/>
              <a:defRPr sz="3906"/>
            </a:lvl1pPr>
            <a:lvl2pPr marL="558013" indent="0">
              <a:buNone/>
              <a:defRPr sz="3417"/>
            </a:lvl2pPr>
            <a:lvl3pPr marL="1116025" indent="0">
              <a:buNone/>
              <a:defRPr sz="2929"/>
            </a:lvl3pPr>
            <a:lvl4pPr marL="1674038" indent="0">
              <a:buNone/>
              <a:defRPr sz="2441"/>
            </a:lvl4pPr>
            <a:lvl5pPr marL="2232050" indent="0">
              <a:buNone/>
              <a:defRPr sz="2441"/>
            </a:lvl5pPr>
            <a:lvl6pPr marL="2790063" indent="0">
              <a:buNone/>
              <a:defRPr sz="2441"/>
            </a:lvl6pPr>
            <a:lvl7pPr marL="3348076" indent="0">
              <a:buNone/>
              <a:defRPr sz="2441"/>
            </a:lvl7pPr>
            <a:lvl8pPr marL="3906088" indent="0">
              <a:buNone/>
              <a:defRPr sz="2441"/>
            </a:lvl8pPr>
            <a:lvl9pPr marL="4464101" indent="0">
              <a:buNone/>
              <a:defRPr sz="244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8712" y="3671887"/>
            <a:ext cx="3599431" cy="6802626"/>
          </a:xfrm>
        </p:spPr>
        <p:txBody>
          <a:bodyPr/>
          <a:lstStyle>
            <a:lvl1pPr marL="0" indent="0">
              <a:buNone/>
              <a:defRPr sz="1953"/>
            </a:lvl1pPr>
            <a:lvl2pPr marL="558013" indent="0">
              <a:buNone/>
              <a:defRPr sz="1709"/>
            </a:lvl2pPr>
            <a:lvl3pPr marL="1116025" indent="0">
              <a:buNone/>
              <a:defRPr sz="1465"/>
            </a:lvl3pPr>
            <a:lvl4pPr marL="1674038" indent="0">
              <a:buNone/>
              <a:defRPr sz="1221"/>
            </a:lvl4pPr>
            <a:lvl5pPr marL="2232050" indent="0">
              <a:buNone/>
              <a:defRPr sz="1221"/>
            </a:lvl5pPr>
            <a:lvl6pPr marL="2790063" indent="0">
              <a:buNone/>
              <a:defRPr sz="1221"/>
            </a:lvl6pPr>
            <a:lvl7pPr marL="3348076" indent="0">
              <a:buNone/>
              <a:defRPr sz="1221"/>
            </a:lvl7pPr>
            <a:lvl8pPr marL="3906088" indent="0">
              <a:buNone/>
              <a:defRPr sz="1221"/>
            </a:lvl8pPr>
            <a:lvl9pPr marL="4464101" indent="0">
              <a:buNone/>
              <a:defRPr sz="122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43773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8126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86465" y="651647"/>
            <a:ext cx="2406402" cy="1037251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7259" y="651647"/>
            <a:ext cx="7079704" cy="1037251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6460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7259" y="651649"/>
            <a:ext cx="9625608" cy="23657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7259" y="3258233"/>
            <a:ext cx="9625608" cy="77659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259" y="11344322"/>
            <a:ext cx="2511028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272BBD-C531-4627-9028-D8D50446AC9F}" type="datetimeFigureOut">
              <a:rPr lang="en-GB" smtClean="0"/>
              <a:t>03/01/2025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96792" y="11344322"/>
            <a:ext cx="3766542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1838" y="11344322"/>
            <a:ext cx="2511028" cy="6516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6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AB426AD-95D2-4339-87DE-F6B1190D17D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951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116025" rtl="0" eaLnBrk="1" latinLnBrk="0" hangingPunct="1">
        <a:lnSpc>
          <a:spcPct val="90000"/>
        </a:lnSpc>
        <a:spcBef>
          <a:spcPct val="0"/>
        </a:spcBef>
        <a:buNone/>
        <a:defRPr sz="53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9006" indent="-279006" algn="l" defTabSz="1116025" rtl="0" eaLnBrk="1" latinLnBrk="0" hangingPunct="1">
        <a:lnSpc>
          <a:spcPct val="90000"/>
        </a:lnSpc>
        <a:spcBef>
          <a:spcPts val="1221"/>
        </a:spcBef>
        <a:buFont typeface="Arial" panose="020B0604020202020204" pitchFamily="34" charset="0"/>
        <a:buChar char="•"/>
        <a:defRPr sz="3417" kern="1200">
          <a:solidFill>
            <a:schemeClr val="tx1"/>
          </a:solidFill>
          <a:latin typeface="+mn-lt"/>
          <a:ea typeface="+mn-ea"/>
          <a:cs typeface="+mn-cs"/>
        </a:defRPr>
      </a:lvl1pPr>
      <a:lvl2pPr marL="837019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929" kern="1200">
          <a:solidFill>
            <a:schemeClr val="tx1"/>
          </a:solidFill>
          <a:latin typeface="+mn-lt"/>
          <a:ea typeface="+mn-ea"/>
          <a:cs typeface="+mn-cs"/>
        </a:defRPr>
      </a:lvl2pPr>
      <a:lvl3pPr marL="1395032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441" kern="1200">
          <a:solidFill>
            <a:schemeClr val="tx1"/>
          </a:solidFill>
          <a:latin typeface="+mn-lt"/>
          <a:ea typeface="+mn-ea"/>
          <a:cs typeface="+mn-cs"/>
        </a:defRPr>
      </a:lvl3pPr>
      <a:lvl4pPr marL="1953044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4pPr>
      <a:lvl5pPr marL="2511057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5pPr>
      <a:lvl6pPr marL="3069069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6pPr>
      <a:lvl7pPr marL="3627082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7pPr>
      <a:lvl8pPr marL="4185095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8pPr>
      <a:lvl9pPr marL="4743107" indent="-279006" algn="l" defTabSz="1116025" rtl="0" eaLnBrk="1" latinLnBrk="0" hangingPunct="1">
        <a:lnSpc>
          <a:spcPct val="90000"/>
        </a:lnSpc>
        <a:spcBef>
          <a:spcPts val="610"/>
        </a:spcBef>
        <a:buFont typeface="Arial" panose="020B0604020202020204" pitchFamily="34" charset="0"/>
        <a:buChar char="•"/>
        <a:defRPr sz="21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1pPr>
      <a:lvl2pPr marL="558013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2pPr>
      <a:lvl3pPr marL="1116025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3pPr>
      <a:lvl4pPr marL="1674038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4pPr>
      <a:lvl5pPr marL="2232050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5pPr>
      <a:lvl6pPr marL="2790063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6pPr>
      <a:lvl7pPr marL="3348076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7pPr>
      <a:lvl8pPr marL="3906088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8pPr>
      <a:lvl9pPr marL="4464101" algn="l" defTabSz="1116025" rtl="0" eaLnBrk="1" latinLnBrk="0" hangingPunct="1">
        <a:defRPr sz="21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image" Target="../media/image2.svg"/><Relationship Id="rId21" Type="http://schemas.openxmlformats.org/officeDocument/2006/relationships/image" Target="../media/image20.svg"/><Relationship Id="rId7" Type="http://schemas.openxmlformats.org/officeDocument/2006/relationships/image" Target="../media/image6.svg"/><Relationship Id="rId12" Type="http://schemas.openxmlformats.org/officeDocument/2006/relationships/image" Target="../media/image11.pn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24" Type="http://schemas.openxmlformats.org/officeDocument/2006/relationships/image" Target="../media/image23.pn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sv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" name="Straight Connector 146">
            <a:extLst>
              <a:ext uri="{FF2B5EF4-FFF2-40B4-BE49-F238E27FC236}">
                <a16:creationId xmlns:a16="http://schemas.microsoft.com/office/drawing/2014/main" id="{74A7C8B1-5418-B157-257E-1F672F8A23EA}"/>
              </a:ext>
            </a:extLst>
          </p:cNvPr>
          <p:cNvCxnSpPr>
            <a:cxnSpLocks/>
          </p:cNvCxnSpPr>
          <p:nvPr/>
        </p:nvCxnSpPr>
        <p:spPr>
          <a:xfrm>
            <a:off x="5665398" y="8448854"/>
            <a:ext cx="2132881" cy="167878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>
            <a:extLst>
              <a:ext uri="{FF2B5EF4-FFF2-40B4-BE49-F238E27FC236}">
                <a16:creationId xmlns:a16="http://schemas.microsoft.com/office/drawing/2014/main" id="{7D8BF1C3-8186-998C-6E43-1B586840FAE5}"/>
              </a:ext>
            </a:extLst>
          </p:cNvPr>
          <p:cNvCxnSpPr>
            <a:cxnSpLocks/>
          </p:cNvCxnSpPr>
          <p:nvPr/>
        </p:nvCxnSpPr>
        <p:spPr>
          <a:xfrm flipH="1">
            <a:off x="7864386" y="8404501"/>
            <a:ext cx="2216760" cy="1723141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>
            <a:extLst>
              <a:ext uri="{FF2B5EF4-FFF2-40B4-BE49-F238E27FC236}">
                <a16:creationId xmlns:a16="http://schemas.microsoft.com/office/drawing/2014/main" id="{2E7EDFFD-E111-D45D-DE71-28F1AE651980}"/>
              </a:ext>
            </a:extLst>
          </p:cNvPr>
          <p:cNvCxnSpPr>
            <a:cxnSpLocks/>
          </p:cNvCxnSpPr>
          <p:nvPr/>
        </p:nvCxnSpPr>
        <p:spPr>
          <a:xfrm flipV="1">
            <a:off x="3547132" y="2618722"/>
            <a:ext cx="1910848" cy="155983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>
            <a:extLst>
              <a:ext uri="{FF2B5EF4-FFF2-40B4-BE49-F238E27FC236}">
                <a16:creationId xmlns:a16="http://schemas.microsoft.com/office/drawing/2014/main" id="{40195A30-BEE8-AF95-5327-E41C15560E34}"/>
              </a:ext>
            </a:extLst>
          </p:cNvPr>
          <p:cNvCxnSpPr>
            <a:cxnSpLocks/>
          </p:cNvCxnSpPr>
          <p:nvPr/>
        </p:nvCxnSpPr>
        <p:spPr>
          <a:xfrm flipH="1" flipV="1">
            <a:off x="5457980" y="2634785"/>
            <a:ext cx="1481688" cy="162536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36031D09-EE38-0141-C3B8-D6F062E9AF38}"/>
              </a:ext>
            </a:extLst>
          </p:cNvPr>
          <p:cNvCxnSpPr>
            <a:cxnSpLocks/>
          </p:cNvCxnSpPr>
          <p:nvPr/>
        </p:nvCxnSpPr>
        <p:spPr>
          <a:xfrm flipH="1">
            <a:off x="963724" y="4227287"/>
            <a:ext cx="2618146" cy="164999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>
            <a:extLst>
              <a:ext uri="{FF2B5EF4-FFF2-40B4-BE49-F238E27FC236}">
                <a16:creationId xmlns:a16="http://schemas.microsoft.com/office/drawing/2014/main" id="{BA04B10F-2EC4-6D06-E318-0DC2804B105E}"/>
              </a:ext>
            </a:extLst>
          </p:cNvPr>
          <p:cNvCxnSpPr>
            <a:cxnSpLocks/>
          </p:cNvCxnSpPr>
          <p:nvPr/>
        </p:nvCxnSpPr>
        <p:spPr>
          <a:xfrm flipH="1">
            <a:off x="3201800" y="4234436"/>
            <a:ext cx="548506" cy="2068119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>
            <a:extLst>
              <a:ext uri="{FF2B5EF4-FFF2-40B4-BE49-F238E27FC236}">
                <a16:creationId xmlns:a16="http://schemas.microsoft.com/office/drawing/2014/main" id="{1DA4AE17-6228-E3F8-AA05-7B5471AF97DC}"/>
              </a:ext>
            </a:extLst>
          </p:cNvPr>
          <p:cNvCxnSpPr>
            <a:cxnSpLocks/>
          </p:cNvCxnSpPr>
          <p:nvPr/>
        </p:nvCxnSpPr>
        <p:spPr>
          <a:xfrm>
            <a:off x="3635577" y="4227267"/>
            <a:ext cx="1693832" cy="1912087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A77629AE-ACE7-2FA6-94A0-065CF4021F2A}"/>
              </a:ext>
            </a:extLst>
          </p:cNvPr>
          <p:cNvCxnSpPr>
            <a:cxnSpLocks/>
          </p:cNvCxnSpPr>
          <p:nvPr/>
        </p:nvCxnSpPr>
        <p:spPr>
          <a:xfrm>
            <a:off x="3659621" y="4143588"/>
            <a:ext cx="3948549" cy="20705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620FF6B8-C168-D060-0E5F-7542538AA38D}"/>
              </a:ext>
            </a:extLst>
          </p:cNvPr>
          <p:cNvCxnSpPr>
            <a:cxnSpLocks/>
          </p:cNvCxnSpPr>
          <p:nvPr/>
        </p:nvCxnSpPr>
        <p:spPr>
          <a:xfrm>
            <a:off x="1003251" y="5785019"/>
            <a:ext cx="63238" cy="229639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Straight Connector 155">
            <a:extLst>
              <a:ext uri="{FF2B5EF4-FFF2-40B4-BE49-F238E27FC236}">
                <a16:creationId xmlns:a16="http://schemas.microsoft.com/office/drawing/2014/main" id="{DA75FDB2-89B5-5512-4D4B-674CBD6FF2E0}"/>
              </a:ext>
            </a:extLst>
          </p:cNvPr>
          <p:cNvCxnSpPr>
            <a:cxnSpLocks/>
          </p:cNvCxnSpPr>
          <p:nvPr/>
        </p:nvCxnSpPr>
        <p:spPr>
          <a:xfrm flipH="1" flipV="1">
            <a:off x="1062614" y="7981425"/>
            <a:ext cx="1176994" cy="198316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0AE32E9-076D-9D4F-EFE4-1CFDA828C7F5}"/>
              </a:ext>
            </a:extLst>
          </p:cNvPr>
          <p:cNvCxnSpPr>
            <a:cxnSpLocks/>
          </p:cNvCxnSpPr>
          <p:nvPr/>
        </p:nvCxnSpPr>
        <p:spPr>
          <a:xfrm>
            <a:off x="2203928" y="9964589"/>
            <a:ext cx="2278565" cy="131733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B0E13D7A-8D03-7024-CEFE-DA15EFA1A329}"/>
              </a:ext>
            </a:extLst>
          </p:cNvPr>
          <p:cNvCxnSpPr>
            <a:cxnSpLocks/>
          </p:cNvCxnSpPr>
          <p:nvPr/>
        </p:nvCxnSpPr>
        <p:spPr>
          <a:xfrm>
            <a:off x="3249229" y="6317300"/>
            <a:ext cx="1233264" cy="499613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Connector 158">
            <a:extLst>
              <a:ext uri="{FF2B5EF4-FFF2-40B4-BE49-F238E27FC236}">
                <a16:creationId xmlns:a16="http://schemas.microsoft.com/office/drawing/2014/main" id="{B7A057C1-29E7-A7F3-0B33-918FB6E86CB1}"/>
              </a:ext>
            </a:extLst>
          </p:cNvPr>
          <p:cNvCxnSpPr>
            <a:cxnSpLocks/>
          </p:cNvCxnSpPr>
          <p:nvPr/>
        </p:nvCxnSpPr>
        <p:spPr>
          <a:xfrm>
            <a:off x="5288024" y="5993398"/>
            <a:ext cx="384558" cy="238065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157A6D23-5B2E-7C55-E1E2-F93F713F78EC}"/>
              </a:ext>
            </a:extLst>
          </p:cNvPr>
          <p:cNvCxnSpPr>
            <a:cxnSpLocks/>
          </p:cNvCxnSpPr>
          <p:nvPr/>
        </p:nvCxnSpPr>
        <p:spPr>
          <a:xfrm flipH="1">
            <a:off x="5566609" y="6112557"/>
            <a:ext cx="1985508" cy="235837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0BB30844-5842-D59F-0441-535875C6E806}"/>
              </a:ext>
            </a:extLst>
          </p:cNvPr>
          <p:cNvCxnSpPr>
            <a:cxnSpLocks/>
          </p:cNvCxnSpPr>
          <p:nvPr/>
        </p:nvCxnSpPr>
        <p:spPr>
          <a:xfrm>
            <a:off x="7523048" y="6167735"/>
            <a:ext cx="63238" cy="2296398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9F9CD367-57E6-F415-830D-A8F10A6A30C1}"/>
              </a:ext>
            </a:extLst>
          </p:cNvPr>
          <p:cNvCxnSpPr>
            <a:cxnSpLocks/>
          </p:cNvCxnSpPr>
          <p:nvPr/>
        </p:nvCxnSpPr>
        <p:spPr>
          <a:xfrm>
            <a:off x="7554667" y="6179223"/>
            <a:ext cx="2526479" cy="225814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Connector 162">
            <a:extLst>
              <a:ext uri="{FF2B5EF4-FFF2-40B4-BE49-F238E27FC236}">
                <a16:creationId xmlns:a16="http://schemas.microsoft.com/office/drawing/2014/main" id="{F5695F80-A68F-BDFE-EF6A-FD30DF317E3A}"/>
              </a:ext>
            </a:extLst>
          </p:cNvPr>
          <p:cNvCxnSpPr>
            <a:cxnSpLocks/>
          </p:cNvCxnSpPr>
          <p:nvPr/>
        </p:nvCxnSpPr>
        <p:spPr>
          <a:xfrm>
            <a:off x="7751495" y="8332912"/>
            <a:ext cx="37822" cy="179473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>
            <a:extLst>
              <a:ext uri="{FF2B5EF4-FFF2-40B4-BE49-F238E27FC236}">
                <a16:creationId xmlns:a16="http://schemas.microsoft.com/office/drawing/2014/main" id="{B833089C-5AE0-76B1-7C99-BD4BAA301426}"/>
              </a:ext>
            </a:extLst>
          </p:cNvPr>
          <p:cNvCxnSpPr>
            <a:cxnSpLocks/>
          </p:cNvCxnSpPr>
          <p:nvPr/>
        </p:nvCxnSpPr>
        <p:spPr>
          <a:xfrm flipH="1">
            <a:off x="4432134" y="10085213"/>
            <a:ext cx="3357183" cy="119671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513A1081-D3EE-0660-AC60-CE0407A365D9}"/>
              </a:ext>
            </a:extLst>
          </p:cNvPr>
          <p:cNvCxnSpPr>
            <a:cxnSpLocks/>
          </p:cNvCxnSpPr>
          <p:nvPr/>
        </p:nvCxnSpPr>
        <p:spPr>
          <a:xfrm>
            <a:off x="3466337" y="664758"/>
            <a:ext cx="1991643" cy="189094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53CBE88C-DB26-12F0-B44D-0E68F8BC41B4}"/>
              </a:ext>
            </a:extLst>
          </p:cNvPr>
          <p:cNvCxnSpPr/>
          <p:nvPr/>
        </p:nvCxnSpPr>
        <p:spPr>
          <a:xfrm flipH="1">
            <a:off x="1570324" y="739566"/>
            <a:ext cx="1823318" cy="1620456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Rectangle 166">
            <a:extLst>
              <a:ext uri="{FF2B5EF4-FFF2-40B4-BE49-F238E27FC236}">
                <a16:creationId xmlns:a16="http://schemas.microsoft.com/office/drawing/2014/main" id="{8C5C5AE7-04BC-E643-180E-7CBE51DE374D}"/>
              </a:ext>
            </a:extLst>
          </p:cNvPr>
          <p:cNvSpPr/>
          <p:nvPr/>
        </p:nvSpPr>
        <p:spPr>
          <a:xfrm>
            <a:off x="9136570" y="7775521"/>
            <a:ext cx="1919386" cy="1432209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8" name="TextBox 167">
            <a:extLst>
              <a:ext uri="{FF2B5EF4-FFF2-40B4-BE49-F238E27FC236}">
                <a16:creationId xmlns:a16="http://schemas.microsoft.com/office/drawing/2014/main" id="{13A7DBEE-CEA0-7472-494C-48265F31F14D}"/>
              </a:ext>
            </a:extLst>
          </p:cNvPr>
          <p:cNvSpPr txBox="1"/>
          <p:nvPr/>
        </p:nvSpPr>
        <p:spPr>
          <a:xfrm>
            <a:off x="9130357" y="8616156"/>
            <a:ext cx="1901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ορθογώνιο </a:t>
            </a:r>
          </a:p>
          <a:p>
            <a:pPr algn="ctr"/>
            <a:r>
              <a:rPr lang="el-GR" sz="1600" dirty="0">
                <a:latin typeface="Candara" panose="020E0502030303020204" pitchFamily="34" charset="0"/>
              </a:rPr>
              <a:t>τραπέζιο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69" name="Rectangle 168">
            <a:extLst>
              <a:ext uri="{FF2B5EF4-FFF2-40B4-BE49-F238E27FC236}">
                <a16:creationId xmlns:a16="http://schemas.microsoft.com/office/drawing/2014/main" id="{FB0D9CF5-929E-1DAD-347A-9857D7C754F6}"/>
              </a:ext>
            </a:extLst>
          </p:cNvPr>
          <p:cNvSpPr/>
          <p:nvPr/>
        </p:nvSpPr>
        <p:spPr>
          <a:xfrm>
            <a:off x="4845221" y="7779470"/>
            <a:ext cx="1650056" cy="1446143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0" name="Rectangle 169">
            <a:extLst>
              <a:ext uri="{FF2B5EF4-FFF2-40B4-BE49-F238E27FC236}">
                <a16:creationId xmlns:a16="http://schemas.microsoft.com/office/drawing/2014/main" id="{91CC2014-D37D-EFD8-9BF8-DE5720103D96}"/>
              </a:ext>
            </a:extLst>
          </p:cNvPr>
          <p:cNvSpPr/>
          <p:nvPr/>
        </p:nvSpPr>
        <p:spPr>
          <a:xfrm>
            <a:off x="3866139" y="10684608"/>
            <a:ext cx="1299308" cy="1388452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1" name="Rectangle 170">
            <a:extLst>
              <a:ext uri="{FF2B5EF4-FFF2-40B4-BE49-F238E27FC236}">
                <a16:creationId xmlns:a16="http://schemas.microsoft.com/office/drawing/2014/main" id="{857F58FD-6790-CCB6-4FFD-EA481EF44662}"/>
              </a:ext>
            </a:extLst>
          </p:cNvPr>
          <p:cNvSpPr/>
          <p:nvPr/>
        </p:nvSpPr>
        <p:spPr>
          <a:xfrm>
            <a:off x="6984375" y="9534046"/>
            <a:ext cx="1650056" cy="1388452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DA57CDE2-9434-EF21-2071-C654D6FCDE18}"/>
              </a:ext>
            </a:extLst>
          </p:cNvPr>
          <p:cNvSpPr txBox="1"/>
          <p:nvPr/>
        </p:nvSpPr>
        <p:spPr>
          <a:xfrm>
            <a:off x="7061982" y="10576775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ορθογώνιο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73" name="Rectangle 172">
            <a:extLst>
              <a:ext uri="{FF2B5EF4-FFF2-40B4-BE49-F238E27FC236}">
                <a16:creationId xmlns:a16="http://schemas.microsoft.com/office/drawing/2014/main" id="{C4B3514C-193E-5BAB-F344-89C43866D1D5}"/>
              </a:ext>
            </a:extLst>
          </p:cNvPr>
          <p:cNvSpPr/>
          <p:nvPr/>
        </p:nvSpPr>
        <p:spPr>
          <a:xfrm>
            <a:off x="1702041" y="9294540"/>
            <a:ext cx="1045301" cy="1388452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8D5989EF-963D-6EF7-1E98-2AB4C15BDBC3}"/>
              </a:ext>
            </a:extLst>
          </p:cNvPr>
          <p:cNvSpPr txBox="1"/>
          <p:nvPr/>
        </p:nvSpPr>
        <p:spPr>
          <a:xfrm>
            <a:off x="1462680" y="10337269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ρόμβος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75" name="Rectangle 174">
            <a:extLst>
              <a:ext uri="{FF2B5EF4-FFF2-40B4-BE49-F238E27FC236}">
                <a16:creationId xmlns:a16="http://schemas.microsoft.com/office/drawing/2014/main" id="{21297585-74F1-F854-B37A-D27F67482ACA}"/>
              </a:ext>
            </a:extLst>
          </p:cNvPr>
          <p:cNvSpPr/>
          <p:nvPr/>
        </p:nvSpPr>
        <p:spPr>
          <a:xfrm>
            <a:off x="6752619" y="5534737"/>
            <a:ext cx="1650056" cy="1388452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769453E7-78D3-A48E-2F65-7EB7683437C3}"/>
              </a:ext>
            </a:extLst>
          </p:cNvPr>
          <p:cNvSpPr txBox="1"/>
          <p:nvPr/>
        </p:nvSpPr>
        <p:spPr>
          <a:xfrm>
            <a:off x="6830226" y="6577466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τραπέζιο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77" name="Rectangle 176">
            <a:extLst>
              <a:ext uri="{FF2B5EF4-FFF2-40B4-BE49-F238E27FC236}">
                <a16:creationId xmlns:a16="http://schemas.microsoft.com/office/drawing/2014/main" id="{F00F1B4F-D436-2937-852C-A04330D29193}"/>
              </a:ext>
            </a:extLst>
          </p:cNvPr>
          <p:cNvSpPr/>
          <p:nvPr/>
        </p:nvSpPr>
        <p:spPr>
          <a:xfrm>
            <a:off x="4540361" y="5516357"/>
            <a:ext cx="1650056" cy="1537984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8" name="TextBox 177">
            <a:extLst>
              <a:ext uri="{FF2B5EF4-FFF2-40B4-BE49-F238E27FC236}">
                <a16:creationId xmlns:a16="http://schemas.microsoft.com/office/drawing/2014/main" id="{67665AED-6DA9-01F4-82D0-0281D41A0313}"/>
              </a:ext>
            </a:extLst>
          </p:cNvPr>
          <p:cNvSpPr txBox="1"/>
          <p:nvPr/>
        </p:nvSpPr>
        <p:spPr>
          <a:xfrm>
            <a:off x="4617968" y="6708618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εγγράψιμο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79" name="Rectangle 178">
            <a:extLst>
              <a:ext uri="{FF2B5EF4-FFF2-40B4-BE49-F238E27FC236}">
                <a16:creationId xmlns:a16="http://schemas.microsoft.com/office/drawing/2014/main" id="{18790572-E4DA-09A7-1B0C-592C9B252728}"/>
              </a:ext>
            </a:extLst>
          </p:cNvPr>
          <p:cNvSpPr/>
          <p:nvPr/>
        </p:nvSpPr>
        <p:spPr>
          <a:xfrm>
            <a:off x="2294749" y="5516357"/>
            <a:ext cx="1650056" cy="1537984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0" name="TextBox 179">
            <a:extLst>
              <a:ext uri="{FF2B5EF4-FFF2-40B4-BE49-F238E27FC236}">
                <a16:creationId xmlns:a16="http://schemas.microsoft.com/office/drawing/2014/main" id="{AC22E86F-FD72-F363-CC80-24F5104973EC}"/>
              </a:ext>
            </a:extLst>
          </p:cNvPr>
          <p:cNvSpPr txBox="1"/>
          <p:nvPr/>
        </p:nvSpPr>
        <p:spPr>
          <a:xfrm>
            <a:off x="2372356" y="6708618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περιγράψιμο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81" name="Rectangle 180">
            <a:extLst>
              <a:ext uri="{FF2B5EF4-FFF2-40B4-BE49-F238E27FC236}">
                <a16:creationId xmlns:a16="http://schemas.microsoft.com/office/drawing/2014/main" id="{68EBB06A-1137-330E-57DE-312F32804CA4}"/>
              </a:ext>
            </a:extLst>
          </p:cNvPr>
          <p:cNvSpPr/>
          <p:nvPr/>
        </p:nvSpPr>
        <p:spPr>
          <a:xfrm>
            <a:off x="219592" y="5085861"/>
            <a:ext cx="1650056" cy="1537984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76EB43A5-2CB0-0EEC-0A16-673B1EC4B65E}"/>
              </a:ext>
            </a:extLst>
          </p:cNvPr>
          <p:cNvSpPr txBox="1"/>
          <p:nvPr/>
        </p:nvSpPr>
        <p:spPr>
          <a:xfrm>
            <a:off x="297199" y="6278122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 err="1">
                <a:latin typeface="Candara" panose="020E0502030303020204" pitchFamily="34" charset="0"/>
              </a:rPr>
              <a:t>ορθοδιαγώνιο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83" name="Rectangle 182">
            <a:extLst>
              <a:ext uri="{FF2B5EF4-FFF2-40B4-BE49-F238E27FC236}">
                <a16:creationId xmlns:a16="http://schemas.microsoft.com/office/drawing/2014/main" id="{12C78579-1E6E-B7EC-4BB4-08676CB0D2C0}"/>
              </a:ext>
            </a:extLst>
          </p:cNvPr>
          <p:cNvSpPr/>
          <p:nvPr/>
        </p:nvSpPr>
        <p:spPr>
          <a:xfrm>
            <a:off x="6040822" y="3608836"/>
            <a:ext cx="1650056" cy="1273167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21A1B0B8-F4AB-53EB-8CA0-0F584C4BC8A8}"/>
              </a:ext>
            </a:extLst>
          </p:cNvPr>
          <p:cNvSpPr txBox="1"/>
          <p:nvPr/>
        </p:nvSpPr>
        <p:spPr>
          <a:xfrm>
            <a:off x="6118429" y="4536281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μη-κυρτό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85" name="Rectangle 184">
            <a:extLst>
              <a:ext uri="{FF2B5EF4-FFF2-40B4-BE49-F238E27FC236}">
                <a16:creationId xmlns:a16="http://schemas.microsoft.com/office/drawing/2014/main" id="{8CDACF8A-2F70-A2B7-CB0A-98D359BB5D53}"/>
              </a:ext>
            </a:extLst>
          </p:cNvPr>
          <p:cNvSpPr/>
          <p:nvPr/>
        </p:nvSpPr>
        <p:spPr>
          <a:xfrm>
            <a:off x="2792195" y="3603188"/>
            <a:ext cx="1650056" cy="1273167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6" name="TextBox 185">
            <a:extLst>
              <a:ext uri="{FF2B5EF4-FFF2-40B4-BE49-F238E27FC236}">
                <a16:creationId xmlns:a16="http://schemas.microsoft.com/office/drawing/2014/main" id="{45A13EAF-A153-8CC5-18B9-BE88C7A61BAE}"/>
              </a:ext>
            </a:extLst>
          </p:cNvPr>
          <p:cNvSpPr txBox="1"/>
          <p:nvPr/>
        </p:nvSpPr>
        <p:spPr>
          <a:xfrm>
            <a:off x="2869802" y="4530633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κυρτό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87" name="Rectangle 186">
            <a:extLst>
              <a:ext uri="{FF2B5EF4-FFF2-40B4-BE49-F238E27FC236}">
                <a16:creationId xmlns:a16="http://schemas.microsoft.com/office/drawing/2014/main" id="{701E1504-0C0F-CC6F-C875-9E8C40CB98E2}"/>
              </a:ext>
            </a:extLst>
          </p:cNvPr>
          <p:cNvSpPr/>
          <p:nvPr/>
        </p:nvSpPr>
        <p:spPr>
          <a:xfrm>
            <a:off x="4626376" y="2011331"/>
            <a:ext cx="1650056" cy="1273167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8" name="TextBox 187">
            <a:extLst>
              <a:ext uri="{FF2B5EF4-FFF2-40B4-BE49-F238E27FC236}">
                <a16:creationId xmlns:a16="http://schemas.microsoft.com/office/drawing/2014/main" id="{D33083F2-9D6A-8564-5066-3B055B4EC91B}"/>
              </a:ext>
            </a:extLst>
          </p:cNvPr>
          <p:cNvSpPr txBox="1"/>
          <p:nvPr/>
        </p:nvSpPr>
        <p:spPr>
          <a:xfrm>
            <a:off x="4703983" y="2938776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απλό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189" name="Rectangle 188">
            <a:extLst>
              <a:ext uri="{FF2B5EF4-FFF2-40B4-BE49-F238E27FC236}">
                <a16:creationId xmlns:a16="http://schemas.microsoft.com/office/drawing/2014/main" id="{C2421E12-8D0D-E863-9816-2227C9E1BF4F}"/>
              </a:ext>
            </a:extLst>
          </p:cNvPr>
          <p:cNvSpPr/>
          <p:nvPr/>
        </p:nvSpPr>
        <p:spPr>
          <a:xfrm>
            <a:off x="801066" y="1913784"/>
            <a:ext cx="1650056" cy="1273167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0" name="Rectangle 189">
            <a:extLst>
              <a:ext uri="{FF2B5EF4-FFF2-40B4-BE49-F238E27FC236}">
                <a16:creationId xmlns:a16="http://schemas.microsoft.com/office/drawing/2014/main" id="{EE99DDC3-7949-F5D5-1197-E00314D75D22}"/>
              </a:ext>
            </a:extLst>
          </p:cNvPr>
          <p:cNvSpPr/>
          <p:nvPr/>
        </p:nvSpPr>
        <p:spPr>
          <a:xfrm>
            <a:off x="2689124" y="166564"/>
            <a:ext cx="1650056" cy="1273167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91" name="Graphic 190">
            <a:extLst>
              <a:ext uri="{FF2B5EF4-FFF2-40B4-BE49-F238E27FC236}">
                <a16:creationId xmlns:a16="http://schemas.microsoft.com/office/drawing/2014/main" id="{9E54275B-E997-DC8E-1A96-B0661CE767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00248" y="9637083"/>
            <a:ext cx="1202427" cy="903785"/>
          </a:xfrm>
          <a:prstGeom prst="rect">
            <a:avLst/>
          </a:prstGeom>
        </p:spPr>
      </p:pic>
      <p:pic>
        <p:nvPicPr>
          <p:cNvPr id="192" name="Graphic 191">
            <a:extLst>
              <a:ext uri="{FF2B5EF4-FFF2-40B4-BE49-F238E27FC236}">
                <a16:creationId xmlns:a16="http://schemas.microsoft.com/office/drawing/2014/main" id="{BA5AEECE-FA0F-8ED2-3739-6A82FBC59B5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51915" y="3652687"/>
            <a:ext cx="1285875" cy="952500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344695C1-36BE-19F3-E776-1ECA3A2A6E6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24305" y="2002498"/>
            <a:ext cx="1285875" cy="990600"/>
          </a:xfrm>
          <a:prstGeom prst="rect">
            <a:avLst/>
          </a:prstGeom>
        </p:spPr>
      </p:pic>
      <p:pic>
        <p:nvPicPr>
          <p:cNvPr id="194" name="Graphic 193">
            <a:extLst>
              <a:ext uri="{FF2B5EF4-FFF2-40B4-BE49-F238E27FC236}">
                <a16:creationId xmlns:a16="http://schemas.microsoft.com/office/drawing/2014/main" id="{1DE13D97-9C92-94F0-D870-C56E7515F0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51264" y="2002498"/>
            <a:ext cx="1577068" cy="917429"/>
          </a:xfrm>
          <a:prstGeom prst="rect">
            <a:avLst/>
          </a:prstGeom>
        </p:spPr>
      </p:pic>
      <p:pic>
        <p:nvPicPr>
          <p:cNvPr id="195" name="Graphic 194">
            <a:extLst>
              <a:ext uri="{FF2B5EF4-FFF2-40B4-BE49-F238E27FC236}">
                <a16:creationId xmlns:a16="http://schemas.microsoft.com/office/drawing/2014/main" id="{6C2C1F69-C158-34F7-7046-A2A0E750EA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725618" y="272231"/>
            <a:ext cx="1577068" cy="917429"/>
          </a:xfrm>
          <a:prstGeom prst="rect">
            <a:avLst/>
          </a:prstGeom>
        </p:spPr>
      </p:pic>
      <p:pic>
        <p:nvPicPr>
          <p:cNvPr id="196" name="Graphic 195">
            <a:extLst>
              <a:ext uri="{FF2B5EF4-FFF2-40B4-BE49-F238E27FC236}">
                <a16:creationId xmlns:a16="http://schemas.microsoft.com/office/drawing/2014/main" id="{707AA78A-EC50-92D4-5D46-D6E0CF9FE4E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198824" y="3601851"/>
            <a:ext cx="1285875" cy="990600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A6F99E39-4774-6459-09E9-047B7895832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90601" y="5174438"/>
            <a:ext cx="1232148" cy="1142862"/>
          </a:xfrm>
          <a:prstGeom prst="rect">
            <a:avLst/>
          </a:prstGeom>
        </p:spPr>
      </p:pic>
      <p:pic>
        <p:nvPicPr>
          <p:cNvPr id="198" name="Graphic 197">
            <a:extLst>
              <a:ext uri="{FF2B5EF4-FFF2-40B4-BE49-F238E27FC236}">
                <a16:creationId xmlns:a16="http://schemas.microsoft.com/office/drawing/2014/main" id="{456F0089-58EB-A662-0659-6E15DD31D9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857019" y="5587754"/>
            <a:ext cx="968644" cy="952500"/>
          </a:xfrm>
          <a:prstGeom prst="rect">
            <a:avLst/>
          </a:prstGeom>
        </p:spPr>
      </p:pic>
      <p:pic>
        <p:nvPicPr>
          <p:cNvPr id="199" name="Graphic 198">
            <a:extLst>
              <a:ext uri="{FF2B5EF4-FFF2-40B4-BE49-F238E27FC236}">
                <a16:creationId xmlns:a16="http://schemas.microsoft.com/office/drawing/2014/main" id="{A41224A3-1A0C-C233-02B0-00E60D3FECAB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465068" y="5490286"/>
            <a:ext cx="1285875" cy="1244543"/>
          </a:xfrm>
          <a:prstGeom prst="rect">
            <a:avLst/>
          </a:prstGeom>
        </p:spPr>
      </p:pic>
      <p:pic>
        <p:nvPicPr>
          <p:cNvPr id="200" name="Graphic 199">
            <a:extLst>
              <a:ext uri="{FF2B5EF4-FFF2-40B4-BE49-F238E27FC236}">
                <a16:creationId xmlns:a16="http://schemas.microsoft.com/office/drawing/2014/main" id="{7437418B-3586-3F8F-A5C6-12F053DBFD8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899657" y="9368175"/>
            <a:ext cx="610499" cy="963946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B86CC79A-64B7-5A63-10D1-BB071E7854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61115" y="10802508"/>
            <a:ext cx="873224" cy="861809"/>
          </a:xfrm>
          <a:prstGeom prst="rect">
            <a:avLst/>
          </a:prstGeom>
        </p:spPr>
      </p:pic>
      <p:pic>
        <p:nvPicPr>
          <p:cNvPr id="202" name="Graphic 201">
            <a:extLst>
              <a:ext uri="{FF2B5EF4-FFF2-40B4-BE49-F238E27FC236}">
                <a16:creationId xmlns:a16="http://schemas.microsoft.com/office/drawing/2014/main" id="{3724B726-530D-BC58-7AEB-209560E7B7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990859" y="7890682"/>
            <a:ext cx="1319866" cy="816233"/>
          </a:xfrm>
          <a:prstGeom prst="rect">
            <a:avLst/>
          </a:prstGeom>
        </p:spPr>
      </p:pic>
      <p:pic>
        <p:nvPicPr>
          <p:cNvPr id="203" name="Graphic 202">
            <a:extLst>
              <a:ext uri="{FF2B5EF4-FFF2-40B4-BE49-F238E27FC236}">
                <a16:creationId xmlns:a16="http://schemas.microsoft.com/office/drawing/2014/main" id="{3897321B-106B-C2CE-DA8C-8574696EAB3E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876090" y="5748131"/>
            <a:ext cx="1403112" cy="816233"/>
          </a:xfrm>
          <a:prstGeom prst="rect">
            <a:avLst/>
          </a:prstGeom>
        </p:spPr>
      </p:pic>
      <p:pic>
        <p:nvPicPr>
          <p:cNvPr id="204" name="Graphic 203">
            <a:extLst>
              <a:ext uri="{FF2B5EF4-FFF2-40B4-BE49-F238E27FC236}">
                <a16:creationId xmlns:a16="http://schemas.microsoft.com/office/drawing/2014/main" id="{58B6BC3E-B0F0-C395-1265-FC891CC841A7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9394706" y="7931417"/>
            <a:ext cx="1403113" cy="736830"/>
          </a:xfrm>
          <a:prstGeom prst="rect">
            <a:avLst/>
          </a:prstGeom>
        </p:spPr>
      </p:pic>
      <p:sp>
        <p:nvSpPr>
          <p:cNvPr id="205" name="TextBox 204">
            <a:extLst>
              <a:ext uri="{FF2B5EF4-FFF2-40B4-BE49-F238E27FC236}">
                <a16:creationId xmlns:a16="http://schemas.microsoft.com/office/drawing/2014/main" id="{F8234554-F919-8715-5F10-960C14BD9455}"/>
              </a:ext>
            </a:extLst>
          </p:cNvPr>
          <p:cNvSpPr txBox="1"/>
          <p:nvPr/>
        </p:nvSpPr>
        <p:spPr>
          <a:xfrm>
            <a:off x="2766731" y="1094009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τετράπλευρο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206" name="TextBox 205">
            <a:extLst>
              <a:ext uri="{FF2B5EF4-FFF2-40B4-BE49-F238E27FC236}">
                <a16:creationId xmlns:a16="http://schemas.microsoft.com/office/drawing/2014/main" id="{57DCC80E-C9DE-07AF-162F-D6828FCE8C96}"/>
              </a:ext>
            </a:extLst>
          </p:cNvPr>
          <p:cNvSpPr txBox="1"/>
          <p:nvPr/>
        </p:nvSpPr>
        <p:spPr>
          <a:xfrm>
            <a:off x="1032338" y="2848396"/>
            <a:ext cx="10744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μη-απλό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207" name="TextBox 206">
            <a:extLst>
              <a:ext uri="{FF2B5EF4-FFF2-40B4-BE49-F238E27FC236}">
                <a16:creationId xmlns:a16="http://schemas.microsoft.com/office/drawing/2014/main" id="{C4A33390-4498-6E72-2840-C6FB1B02200A}"/>
              </a:ext>
            </a:extLst>
          </p:cNvPr>
          <p:cNvSpPr txBox="1"/>
          <p:nvPr/>
        </p:nvSpPr>
        <p:spPr>
          <a:xfrm>
            <a:off x="3750306" y="11727337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τετράγωνο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208" name="Rectangle 207">
            <a:extLst>
              <a:ext uri="{FF2B5EF4-FFF2-40B4-BE49-F238E27FC236}">
                <a16:creationId xmlns:a16="http://schemas.microsoft.com/office/drawing/2014/main" id="{6D3EBEEF-C45D-91D9-BDF9-F7F6DFBC18A8}"/>
              </a:ext>
            </a:extLst>
          </p:cNvPr>
          <p:cNvSpPr/>
          <p:nvPr/>
        </p:nvSpPr>
        <p:spPr>
          <a:xfrm>
            <a:off x="219592" y="7385638"/>
            <a:ext cx="1650056" cy="1537984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9" name="TextBox 208">
            <a:extLst>
              <a:ext uri="{FF2B5EF4-FFF2-40B4-BE49-F238E27FC236}">
                <a16:creationId xmlns:a16="http://schemas.microsoft.com/office/drawing/2014/main" id="{72BF4711-35DF-3223-A8C6-955AB87A5164}"/>
              </a:ext>
            </a:extLst>
          </p:cNvPr>
          <p:cNvSpPr txBox="1"/>
          <p:nvPr/>
        </p:nvSpPr>
        <p:spPr>
          <a:xfrm>
            <a:off x="297199" y="8577899"/>
            <a:ext cx="14948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δελτοειδές</a:t>
            </a:r>
            <a:endParaRPr lang="en-GB" sz="1600" dirty="0">
              <a:latin typeface="Candara" panose="020E0502030303020204" pitchFamily="34" charset="0"/>
            </a:endParaRPr>
          </a:p>
        </p:txBody>
      </p:sp>
      <p:pic>
        <p:nvPicPr>
          <p:cNvPr id="210" name="Graphic 209">
            <a:extLst>
              <a:ext uri="{FF2B5EF4-FFF2-40B4-BE49-F238E27FC236}">
                <a16:creationId xmlns:a16="http://schemas.microsoft.com/office/drawing/2014/main" id="{3E3318B8-94CD-D7AE-AB48-09E4587DD1CB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525023" y="7406087"/>
            <a:ext cx="1045301" cy="1142862"/>
          </a:xfrm>
          <a:prstGeom prst="rect">
            <a:avLst/>
          </a:prstGeom>
        </p:spPr>
      </p:pic>
      <p:sp>
        <p:nvSpPr>
          <p:cNvPr id="211" name="TextBox 210">
            <a:extLst>
              <a:ext uri="{FF2B5EF4-FFF2-40B4-BE49-F238E27FC236}">
                <a16:creationId xmlns:a16="http://schemas.microsoft.com/office/drawing/2014/main" id="{7AC14AAD-821E-A2A2-BE21-8D7BEFC036F7}"/>
              </a:ext>
            </a:extLst>
          </p:cNvPr>
          <p:cNvSpPr txBox="1"/>
          <p:nvPr/>
        </p:nvSpPr>
        <p:spPr>
          <a:xfrm>
            <a:off x="4922828" y="8620110"/>
            <a:ext cx="149484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Ισοσκελές</a:t>
            </a:r>
            <a:endParaRPr lang="en-GB" sz="1600" dirty="0">
              <a:latin typeface="Candara" panose="020E0502030303020204" pitchFamily="34" charset="0"/>
            </a:endParaRPr>
          </a:p>
          <a:p>
            <a:pPr algn="ctr"/>
            <a:r>
              <a:rPr lang="el-GR" sz="1600" dirty="0">
                <a:latin typeface="Candara" panose="020E0502030303020204" pitchFamily="34" charset="0"/>
              </a:rPr>
              <a:t>τραπέζιο</a:t>
            </a:r>
            <a:endParaRPr lang="en-GB" sz="1600" dirty="0">
              <a:latin typeface="Candara" panose="020E0502030303020204" pitchFamily="34" charset="0"/>
            </a:endParaRPr>
          </a:p>
        </p:txBody>
      </p:sp>
      <p:sp>
        <p:nvSpPr>
          <p:cNvPr id="212" name="Rectangle 211">
            <a:extLst>
              <a:ext uri="{FF2B5EF4-FFF2-40B4-BE49-F238E27FC236}">
                <a16:creationId xmlns:a16="http://schemas.microsoft.com/office/drawing/2014/main" id="{85EDFFF9-2F4A-47BA-3A5D-29FA5C15AB2D}"/>
              </a:ext>
            </a:extLst>
          </p:cNvPr>
          <p:cNvSpPr/>
          <p:nvPr/>
        </p:nvSpPr>
        <p:spPr>
          <a:xfrm>
            <a:off x="6813759" y="7869499"/>
            <a:ext cx="1919386" cy="1273167"/>
          </a:xfrm>
          <a:prstGeom prst="rect">
            <a:avLst/>
          </a:prstGeom>
          <a:solidFill>
            <a:srgbClr val="FFEBB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8A256A91-F60A-65D6-D052-571B55424332}"/>
              </a:ext>
            </a:extLst>
          </p:cNvPr>
          <p:cNvSpPr txBox="1"/>
          <p:nvPr/>
        </p:nvSpPr>
        <p:spPr>
          <a:xfrm>
            <a:off x="6807546" y="8796944"/>
            <a:ext cx="19015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1600" dirty="0">
                <a:latin typeface="Candara" panose="020E0502030303020204" pitchFamily="34" charset="0"/>
              </a:rPr>
              <a:t>παραλληλόγραμμο</a:t>
            </a:r>
            <a:endParaRPr lang="en-GB" sz="1600" dirty="0">
              <a:latin typeface="Candara" panose="020E0502030303020204" pitchFamily="34" charset="0"/>
            </a:endParaRPr>
          </a:p>
        </p:txBody>
      </p:sp>
      <p:pic>
        <p:nvPicPr>
          <p:cNvPr id="214" name="Graphic 213">
            <a:extLst>
              <a:ext uri="{FF2B5EF4-FFF2-40B4-BE49-F238E27FC236}">
                <a16:creationId xmlns:a16="http://schemas.microsoft.com/office/drawing/2014/main" id="{0BA51EBC-C3A8-4919-C506-01898EEA2141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7139808" y="8018227"/>
            <a:ext cx="1378956" cy="772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1034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346</TotalTime>
  <Words>18</Words>
  <Application>Microsoft Office PowerPoint</Application>
  <PresentationFormat>Custom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Candara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Dimitris Los</dc:creator>
  <cp:lastModifiedBy>Dimitris Los</cp:lastModifiedBy>
  <cp:revision>2</cp:revision>
  <dcterms:created xsi:type="dcterms:W3CDTF">2025-01-03T19:04:51Z</dcterms:created>
  <dcterms:modified xsi:type="dcterms:W3CDTF">2025-01-04T00:51:51Z</dcterms:modified>
</cp:coreProperties>
</file>